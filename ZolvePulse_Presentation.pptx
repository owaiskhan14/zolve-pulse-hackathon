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800" kern="0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ZOLVE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PULSE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transaction data into engagement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× Zolve Hackathon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Owais  •  UT Dallas  •  Naveen Jindal School of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FF5A2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apps are transactional — users open them only to pay or check balances.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237744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don't understand how credit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468880" cy="237744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49040" y="3291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— avg financial app opens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468880" cy="237744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within 6 months of signup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Zolve has </a:t>
            </a:r>
            <a:pPr indent="0" marL="0">
              <a:buNone/>
            </a:pPr>
            <a:r>
              <a:rPr lang="en-US" sz="20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1,129 UTD students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real transaction data.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turned that data from a byproduct into a product?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657600" cy="1828800"/>
          </a:xfrm>
          <a:prstGeom prst="rect">
            <a:avLst/>
          </a:prstGeom>
          <a:solidFill>
            <a:srgbClr val="242B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Check balance → Close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visits/week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743200"/>
            <a:ext cx="3657600" cy="182880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PULSE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2004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→ Compare → Challenge → Learn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engagement with reason to return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ZOLVE PULSE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 in the Zolve app that turns spending data into social, gamified engagement.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749040" cy="128016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" cy="128016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Peer Pulse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your spending compares to anonymized peers at your university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749040" cy="128016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73736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AI Guide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coach that understands your financial data and gives personalized advice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749040" cy="128016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46120"/>
            <a:ext cx="54864" cy="1280160"/>
          </a:xfrm>
          <a:prstGeom prst="rect">
            <a:avLst/>
          </a:prstGeom>
          <a:solidFill>
            <a:srgbClr val="00B37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weekly challenges based on your weakest spending category with cashback rewards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246120"/>
            <a:ext cx="3749040" cy="128016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246120"/>
            <a:ext cx="54864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🗺️  Credit Journey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milestone tracker from First Swipe to 750+ score goal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PEER PULSE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FF5A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spending vs anonymized peers across dining, groceries, transport, shopping, subscriptions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F5A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your weakest category — incentivized with 1.5x cashback boosts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FF5A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Guide interprets your data and gives actionable, personalized financial advice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FF5A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check-ins, streaks, and weekly Pulse reports create a habit loop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ENGAGEMENT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280160"/>
            <a:ext cx="1371600" cy="1371600"/>
          </a:xfrm>
          <a:prstGeom prst="ellipse">
            <a:avLst/>
          </a:prstGeom>
          <a:solidFill>
            <a:srgbClr val="FF5A2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compare to peers?"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71800" y="1280160"/>
            <a:ext cx="1371600" cy="137160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challenge, check-in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166360" y="1280160"/>
            <a:ext cx="1371600" cy="1371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boost, streak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60920" y="1280160"/>
            <a:ext cx="1371600" cy="1371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 for Pulse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6F6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only Zolve can do this: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students with real transaction data → anonymized peer comparisons no competitor can replicate without this user base. This isn't a feature — it's a strategic data moat.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5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242B45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component, Zolve-native UI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(Sonnet 4)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financial coach with contextual data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Dopamine-driven micro-interactions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Projected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weekly app opens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6-month churn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in on-time payments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Zolve Pulse — Where your data tells a story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Owais  •  UT Dallas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× Zolve Hackathon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FF5A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Zolve Pulse - INFORMS x Zolve Hackathon</dc:title>
  <dc:subject>PptxGenJS Presentation</dc:subject>
  <dc:creator>Owais - UT Dallas</dc:creator>
  <cp:lastModifiedBy>Owais - UT Dallas</cp:lastModifiedBy>
  <cp:revision>1</cp:revision>
  <dcterms:created xsi:type="dcterms:W3CDTF">2026-04-30T18:12:23Z</dcterms:created>
  <dcterms:modified xsi:type="dcterms:W3CDTF">2026-04-30T18:12:23Z</dcterms:modified>
</cp:coreProperties>
</file>